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A84D7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D9A86C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20700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AGAMOS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what they truly wish for.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68680" y="40690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wedding gifting platform where couples build one shared wish list — and friends &amp; well-wishers fund or fully buy each gift.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D9A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Concept Brief  ·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wedding gifting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receive the wrong gifts. Guests struggle to give meaningfully.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82296" cy="1691640"/>
          </a:xfrm>
          <a:prstGeom prst="rect">
            <a:avLst/>
          </a:prstGeom>
          <a:solidFill>
            <a:srgbClr val="C868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35000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134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Duplicates &amp; returns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83080" y="28072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Couples end up with three blenders and nothing they actually need.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205740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057400"/>
            <a:ext cx="82296" cy="1691640"/>
          </a:xfrm>
          <a:prstGeom prst="rect">
            <a:avLst/>
          </a:prstGeom>
          <a:solidFill>
            <a:srgbClr val="C8688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35000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31343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Awkward cash gifts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178040" y="280720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money feels impersonal, untracked, and hard to do well.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" y="40690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069080"/>
            <a:ext cx="82296" cy="1691640"/>
          </a:xfrm>
          <a:prstGeom prst="rect">
            <a:avLst/>
          </a:prstGeom>
          <a:solidFill>
            <a:srgbClr val="C868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36168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 lock-in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1783080" y="48188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registries tie you to one store and physical products only.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40690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0" y="4069080"/>
            <a:ext cx="82296" cy="1691640"/>
          </a:xfrm>
          <a:prstGeom prst="rect">
            <a:avLst/>
          </a:prstGeom>
          <a:solidFill>
            <a:srgbClr val="C8688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36168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2511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is hard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178040" y="481888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abroad or unable to attend have no easy, secure way to give.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6D2E4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A84D70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D9A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gift becomes a fundable goal.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77240" y="46177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retailer-agnostic platform blending a wish list, group funding, and cash gifts.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20640" y="777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guest can do with any item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120640" y="1600200"/>
            <a:ext cx="6400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349240" y="1847088"/>
            <a:ext cx="530352" cy="530352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95681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80760" y="1746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it outright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080760" y="209397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 whole item in one tap — done.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120640" y="2770632"/>
            <a:ext cx="6400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49240" y="3017520"/>
            <a:ext cx="530352" cy="530352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31272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0760" y="291693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Chip in partially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080760" y="32644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any amount toward a bigger goal: a honeymoon, a fridge, a home deposit.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120640" y="3941064"/>
            <a:ext cx="6400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349240" y="4187952"/>
            <a:ext cx="530352" cy="530352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429768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080760" y="40873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a group gift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080760" y="443484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guests pool together to fully fund one expensive item.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120640" y="5111496"/>
            <a:ext cx="6400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49240" y="5358384"/>
            <a:ext cx="530352" cy="530352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8968" y="5468112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80760" y="5257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to a cash fund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6080760" y="5605272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an open fund — honeymoon, new home, or a chosen charity.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Agamos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easy steps for the couple — one for every guest.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3520440" cy="128016"/>
          </a:xfrm>
          <a:prstGeom prst="rect">
            <a:avLst/>
          </a:prstGeom>
          <a:solidFill>
            <a:srgbClr val="C8688A"/>
          </a:solidFill>
          <a:ln/>
        </p:spPr>
      </p:sp>
      <p:sp>
        <p:nvSpPr>
          <p:cNvPr id="6" name="Shape 4"/>
          <p:cNvSpPr/>
          <p:nvPr/>
        </p:nvSpPr>
        <p:spPr>
          <a:xfrm>
            <a:off x="2034540" y="269748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572" y="2944368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77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8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4297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your wish list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88720" y="4892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gifts from any store, the Agamos catalog, or set cash goals like a honeymoon or home deposit.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727448" y="219456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27448" y="2194560"/>
            <a:ext cx="3520440" cy="128016"/>
          </a:xfrm>
          <a:prstGeom prst="rect">
            <a:avLst/>
          </a:prstGeom>
          <a:solidFill>
            <a:srgbClr val="D9A86C"/>
          </a:solidFill>
          <a:ln/>
        </p:spPr>
      </p:sp>
      <p:sp>
        <p:nvSpPr>
          <p:cNvPr id="13" name="Shape 10"/>
          <p:cNvSpPr/>
          <p:nvPr/>
        </p:nvSpPr>
        <p:spPr>
          <a:xfrm>
            <a:off x="5939028" y="269748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2944368"/>
            <a:ext cx="585216" cy="5852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27448" y="3977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8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01768" y="4297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your page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5093208" y="4892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beautiful link. Guests see your story, browse what's needed, and pick a gift in seconds.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631936" y="2194560"/>
            <a:ext cx="35204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31936" y="2194560"/>
            <a:ext cx="3520440" cy="128016"/>
          </a:xfrm>
          <a:prstGeom prst="rect">
            <a:avLst/>
          </a:prstGeom>
          <a:solidFill>
            <a:srgbClr val="C8688A"/>
          </a:solidFill>
          <a:ln/>
        </p:spPr>
      </p:sp>
      <p:sp>
        <p:nvSpPr>
          <p:cNvPr id="20" name="Shape 16"/>
          <p:cNvSpPr/>
          <p:nvPr/>
        </p:nvSpPr>
        <p:spPr>
          <a:xfrm>
            <a:off x="9843516" y="2697480"/>
            <a:ext cx="1097280" cy="10972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9548" y="2944368"/>
            <a:ext cx="585216" cy="5852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31936" y="39776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8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906256" y="4297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Receive &amp; redeem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997696" y="48920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buy or chip in. Withdraw cash or redeem items — then thank everyone with built-in tools.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wish list, group funding, and cash gifts — with trust and a personal touch.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5204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31720"/>
            <a:ext cx="640080" cy="64008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4688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3957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registry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88720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item from any store by link, or pick from a curated catalog. No retailer lock-in.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27448" y="2011680"/>
            <a:ext cx="35204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47488" y="2331720"/>
            <a:ext cx="640080" cy="64008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4688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70448" y="23957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 any goal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93208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Full-purchase or partial contributions. Honeymoons, homes, charity cash funds.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631936" y="2011680"/>
            <a:ext cx="35204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51976" y="2331720"/>
            <a:ext cx="640080" cy="64008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36" y="24688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74936" y="23957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gifting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997696" y="306324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 pool together to fund one big item, with a live progress bar.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22960" y="4343400"/>
            <a:ext cx="35204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43000" y="4663440"/>
            <a:ext cx="640080" cy="64008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8006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965960" y="47274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 messages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88720" y="5394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gift carries a heartfelt note — and optional photo — from the giver.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727448" y="4343400"/>
            <a:ext cx="35204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047488" y="4663440"/>
            <a:ext cx="640080" cy="64008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48006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70448" y="47274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payouts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5093208" y="5394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held safely; verified payouts. Cards, transfer &amp; mobile money.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631936" y="4343400"/>
            <a:ext cx="35204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951976" y="4663440"/>
            <a:ext cx="640080" cy="640080"/>
          </a:xfrm>
          <a:prstGeom prst="ellipse">
            <a:avLst/>
          </a:prstGeom>
          <a:solidFill>
            <a:srgbClr val="F3E7D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9136" y="48006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74936" y="472744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Guest checkout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997696" y="539496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Well-wishers give in under a minute — no account needed, even from abroad.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Loved by both sides of the gift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5212080" cy="4754880"/>
          </a:xfrm>
          <a:prstGeom prst="rect">
            <a:avLst/>
          </a:prstGeom>
          <a:solidFill>
            <a:srgbClr val="A84D70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96596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1965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couple</a:t>
            </a:r>
            <a:endParaRPr lang="en-US" sz="2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962656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list — zero duplicates</a:t>
            </a:r>
            <a:endParaRPr lang="en-US" sz="1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3584448"/>
            <a:ext cx="292608" cy="2926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45920" y="35478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funds for honeymoons &amp; homes</a:t>
            </a:r>
            <a:endParaRPr lang="en-US" sz="15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206240"/>
            <a:ext cx="292608" cy="292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45920" y="41696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contribution in real time</a:t>
            </a:r>
            <a:endParaRPr lang="en-US" sz="1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82803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645920" y="47914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cash or redeem items</a:t>
            </a:r>
            <a:endParaRPr lang="en-US" sz="15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8720" y="5449824"/>
            <a:ext cx="292608" cy="29260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645920" y="54132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B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thank-you tracking</a:t>
            </a:r>
            <a:endParaRPr lang="en-US" sz="1550" dirty="0"/>
          </a:p>
        </p:txBody>
      </p:sp>
      <p:sp>
        <p:nvSpPr>
          <p:cNvPr id="16" name="Shape 8"/>
          <p:cNvSpPr/>
          <p:nvPr/>
        </p:nvSpPr>
        <p:spPr>
          <a:xfrm>
            <a:off x="6309360" y="1554480"/>
            <a:ext cx="5029200" cy="4754880"/>
          </a:xfrm>
          <a:prstGeom prst="rect">
            <a:avLst/>
          </a:prstGeom>
          <a:solidFill>
            <a:srgbClr val="4F4459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1965960"/>
            <a:ext cx="548640" cy="54864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31520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guests &amp; well-wishers</a:t>
            </a:r>
            <a:endParaRPr lang="en-US" sz="23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5120" y="2962656"/>
            <a:ext cx="292608" cy="292608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13232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the couple wants</a:t>
            </a:r>
            <a:endParaRPr lang="en-US" sz="15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0" y="3584448"/>
            <a:ext cx="292608" cy="29260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132320" y="354787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outright or chip in any amount</a:t>
            </a:r>
            <a:endParaRPr lang="en-US" sz="15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4206240"/>
            <a:ext cx="292608" cy="29260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132320" y="41696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group gift in one tap</a:t>
            </a:r>
            <a:endParaRPr lang="en-US" sz="155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5120" y="4828032"/>
            <a:ext cx="292608" cy="29260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132320" y="479145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personal message &amp; photo</a:t>
            </a:r>
            <a:endParaRPr lang="en-US" sz="155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5120" y="5449824"/>
            <a:ext cx="292608" cy="29260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7132320" y="5413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securely without an account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400" kern="0" dirty="0">
                <a:solidFill>
                  <a:srgbClr val="D9A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and experiences are how people gift today.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832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31720"/>
            <a:ext cx="3383280" cy="128016"/>
          </a:xfrm>
          <a:prstGeom prst="rect">
            <a:avLst/>
          </a:prstGeom>
          <a:solidFill>
            <a:srgbClr val="D9A86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834640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Retailer-agnostic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store, any product, any currency — and pure cash funds.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80560" y="2331720"/>
            <a:ext cx="33832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2331720"/>
            <a:ext cx="3383280" cy="128016"/>
          </a:xfrm>
          <a:prstGeom prst="rect">
            <a:avLst/>
          </a:prstGeom>
          <a:solidFill>
            <a:srgbClr val="D9A86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834640"/>
            <a:ext cx="731520" cy="7315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Experience-first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84632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Honeymoons and homes matter more to couples than another kitchen gadget.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38160" y="2331720"/>
            <a:ext cx="33832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2331720"/>
            <a:ext cx="3383280" cy="128016"/>
          </a:xfrm>
          <a:prstGeom prst="rect">
            <a:avLst/>
          </a:prstGeom>
          <a:solidFill>
            <a:srgbClr val="D9A86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834640"/>
            <a:ext cx="731520" cy="7315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funding gap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503920" y="42976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incumbent does partial + group + cash gifting in one trusted place.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3E7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Couples get exactly what they want. Guests give something that truly matters.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Agamos makes money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couples and guests — transparent, optional, low-friction.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2606040"/>
            <a:ext cx="868680" cy="868680"/>
          </a:xfrm>
          <a:prstGeom prst="ellipse">
            <a:avLst/>
          </a:prstGeom>
          <a:solidFill>
            <a:srgbClr val="F3E7D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fee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4297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transparent fee on cash contributions — with an optional "cover the fee" toggle for guests.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19456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2606040"/>
            <a:ext cx="868680" cy="868680"/>
          </a:xfrm>
          <a:prstGeom prst="ellipse">
            <a:avLst/>
          </a:prstGeom>
          <a:solidFill>
            <a:srgbClr val="F3E7D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84632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Affiliate revenue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4297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from catalog and retailer purchases made through the registry.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38160" y="2194560"/>
            <a:ext cx="3383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3E7DF"/>
            </a:solidFill>
            <a:prstDash val="solid"/>
          </a:ln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3920" y="2606040"/>
            <a:ext cx="868680" cy="868680"/>
          </a:xfrm>
          <a:prstGeom prst="ellipse">
            <a:avLst/>
          </a:prstGeom>
          <a:solidFill>
            <a:srgbClr val="F3E7DF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84D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503920" y="3703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Premium pages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42976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domains, themes, and video for couples who want a standout wedding page.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22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Phased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trusted core first, then deepen funding, reach, and intelligence.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9235440" cy="0"/>
          </a:xfrm>
          <a:prstGeom prst="line">
            <a:avLst/>
          </a:prstGeom>
          <a:noFill/>
          <a:ln w="25400">
            <a:solidFill>
              <a:srgbClr val="6D2E4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313432" y="2542032"/>
            <a:ext cx="402336" cy="402336"/>
          </a:xfrm>
          <a:prstGeom prst="ellipse">
            <a:avLst/>
          </a:prstGeom>
          <a:solidFill>
            <a:srgbClr val="A84D7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0040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200400"/>
            <a:ext cx="3383280" cy="128016"/>
          </a:xfrm>
          <a:prstGeom prst="rect">
            <a:avLst/>
          </a:prstGeom>
          <a:solidFill>
            <a:srgbClr val="A84D7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88720" y="43891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builder, fundable goals, guest checkout, secure payouts with KYC, thank-you tracking.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71032" y="2542032"/>
            <a:ext cx="402336" cy="402336"/>
          </a:xfrm>
          <a:prstGeom prst="ellipse">
            <a:avLst/>
          </a:prstGeom>
          <a:solidFill>
            <a:srgbClr val="C8688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320040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3200400"/>
            <a:ext cx="3383280" cy="128016"/>
          </a:xfrm>
          <a:prstGeom prst="rect">
            <a:avLst/>
          </a:prstGeom>
          <a:solidFill>
            <a:srgbClr val="C8688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43891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Group-gift enhancements, native mobile apps, themes, multi-currency support.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28632" y="2542032"/>
            <a:ext cx="402336" cy="402336"/>
          </a:xfrm>
          <a:prstGeom prst="ellipse">
            <a:avLst/>
          </a:prstGeom>
          <a:solidFill>
            <a:srgbClr val="D9A86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3200400"/>
            <a:ext cx="33832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6D2E46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3200400"/>
            <a:ext cx="3383280" cy="128016"/>
          </a:xfrm>
          <a:prstGeom prst="rect">
            <a:avLst/>
          </a:prstGeom>
          <a:solidFill>
            <a:srgbClr val="D9A86C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3749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D2E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503920" y="438912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F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Multi-event support, vendor marketplace, and AI-powered gift suggestions.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A84D7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D9A86C">
              <a:alpha val="3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7296" y="1417320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24028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Agamos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29184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9A8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what they truly wish for.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0" y="4206240"/>
            <a:ext cx="1216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3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wish list  ·  Group &amp; cash gifting  ·  Secure payouts  ·  Heartfelt every time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43400" y="5120640"/>
            <a:ext cx="347472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4343400" y="51206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registry — free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Agamos — Wedding Gifting Platform</dc:title>
  <dc:subject>PptxGenJS Presentation</dc:subject>
  <dc:creator>Agamos</dc:creator>
  <cp:lastModifiedBy>Agamos</cp:lastModifiedBy>
  <cp:revision>1</cp:revision>
  <dcterms:created xsi:type="dcterms:W3CDTF">2026-06-15T20:18:37Z</dcterms:created>
  <dcterms:modified xsi:type="dcterms:W3CDTF">2026-06-15T20:18:37Z</dcterms:modified>
</cp:coreProperties>
</file>